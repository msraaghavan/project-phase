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6" r:id="rId1"/>
    <p:sldMasterId id="2147483660" r:id="rId2"/>
  </p:sldMasterIdLst>
  <p:notesMasterIdLst>
    <p:notesMasterId r:id="rId15"/>
  </p:notesMasterIdLst>
  <p:sldIdLst>
    <p:sldId id="261" r:id="rId3"/>
    <p:sldId id="328" r:id="rId4"/>
    <p:sldId id="329" r:id="rId5"/>
    <p:sldId id="330" r:id="rId6"/>
    <p:sldId id="331" r:id="rId7"/>
    <p:sldId id="332" r:id="rId8"/>
    <p:sldId id="333" r:id="rId9"/>
    <p:sldId id="334" r:id="rId10"/>
    <p:sldId id="335" r:id="rId11"/>
    <p:sldId id="336" r:id="rId12"/>
    <p:sldId id="337" r:id="rId13"/>
    <p:sldId id="33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5" d="100"/>
          <a:sy n="85" d="100"/>
        </p:scale>
        <p:origin x="36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684B3B-E091-4218-B734-7F09C964D9E9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A2D287-CFE8-45F7-B578-1940EAB6BD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2116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D8E5E-745C-407D-B425-C78EBF08DF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1501" y="822960"/>
            <a:ext cx="6057899" cy="5015169"/>
          </a:xfrm>
        </p:spPr>
        <p:txBody>
          <a:bodyPr anchor="t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07A4D5-56F4-4287-B174-56C55B18FD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9113" y="3003642"/>
            <a:ext cx="3522199" cy="2900274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4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B9C19-FEE0-4852-B181-14A0DD77F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27DDF-01B7-463C-82BC-BBF429618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2056A-C3EE-4809-B1F3-1CEEEA266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240FCEE-B6E2-46D0-9BB0-F45F79545E9D}"/>
              </a:ext>
            </a:extLst>
          </p:cNvPr>
          <p:cNvCxnSpPr>
            <a:cxnSpLocks/>
          </p:cNvCxnSpPr>
          <p:nvPr/>
        </p:nvCxnSpPr>
        <p:spPr>
          <a:xfrm flipH="1">
            <a:off x="571501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BD2FB83-3783-4477-80B5-DA5BF10BAF57}"/>
              </a:ext>
            </a:extLst>
          </p:cNvPr>
          <p:cNvCxnSpPr>
            <a:cxnSpLocks/>
          </p:cNvCxnSpPr>
          <p:nvPr/>
        </p:nvCxnSpPr>
        <p:spPr>
          <a:xfrm>
            <a:off x="7742482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83EA203-71D5-49C0-9626-FFA8E46787B0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214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B2ED8-7F53-4C03-A740-493E50798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11087-99A9-4100-B5F7-520880DE3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99" y="2075688"/>
            <a:ext cx="11059811" cy="3910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B4B20-1A65-4A26-B11E-6095083A1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D52D3-E985-4FEB-89B9-57C754711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A751A-C72D-47C1-A7A6-E8510A40C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609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81F78-07BF-45A9-92D4-E4E0A1E88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914255"/>
            <a:ext cx="6867115" cy="5009471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CC2A83-A380-4828-BC68-C065C8BC5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39817" y="914399"/>
            <a:ext cx="2370268" cy="2670273"/>
          </a:xfrm>
        </p:spPr>
        <p:txBody>
          <a:bodyPr anchor="t">
            <a:normAutofit/>
          </a:bodyPr>
          <a:lstStyle>
            <a:lvl1pPr marL="0" indent="0">
              <a:lnSpc>
                <a:spcPct val="130000"/>
              </a:lnSpc>
              <a:buNone/>
              <a:defRPr sz="1400" cap="all" spc="3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92B2F-8804-4195-A779-F5C67C25C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99C26-4411-4833-A917-A45E62D56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8C7C7-F862-434D-A87A-DECE9FD2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40BAA4B-C4C0-40C1-8DC8-B4E2F8A68E12}"/>
              </a:ext>
            </a:extLst>
          </p:cNvPr>
          <p:cNvCxnSpPr>
            <a:cxnSpLocks/>
          </p:cNvCxnSpPr>
          <p:nvPr/>
        </p:nvCxnSpPr>
        <p:spPr>
          <a:xfrm>
            <a:off x="8872625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0A2259-2540-4B32-A999-2B46A6790E3D}"/>
              </a:ext>
            </a:extLst>
          </p:cNvPr>
          <p:cNvCxnSpPr>
            <a:cxnSpLocks/>
          </p:cNvCxnSpPr>
          <p:nvPr/>
        </p:nvCxnSpPr>
        <p:spPr>
          <a:xfrm flipH="1">
            <a:off x="566094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CEFB0ED-3F76-4403-AD0B-E738DD9D8CB6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6208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6BD5F-CF53-4DD5-B8C5-27BBA2BB8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709684"/>
            <a:ext cx="11049000" cy="1057160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6C2E1-5D5E-409F-BEE8-F48CE86F55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9447" y="2074990"/>
            <a:ext cx="5181600" cy="4101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BBF823-1BFB-4CF0-BAF4-D660C8F1AF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47082" y="2074990"/>
            <a:ext cx="5181600" cy="4101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FF816E-EE02-44A4-8B81-B324ECFD7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34D9E4-A693-44D2-A3E8-E3AABC905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4F669F-4B8E-415D-A9BF-AD451F452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20AF959-FCDC-4B92-9324-06A06C0D56F2}"/>
              </a:ext>
            </a:extLst>
          </p:cNvPr>
          <p:cNvCxnSpPr>
            <a:cxnSpLocks/>
          </p:cNvCxnSpPr>
          <p:nvPr/>
        </p:nvCxnSpPr>
        <p:spPr>
          <a:xfrm flipV="1">
            <a:off x="6101405" y="1883336"/>
            <a:ext cx="0" cy="43996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0007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F85E5-82C4-4BAE-B2B0-A078ABD6C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469" y="699118"/>
            <a:ext cx="11025062" cy="1063601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2D15C7-F445-40F7-88F6-FD6526269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3468" y="2022883"/>
            <a:ext cx="5230469" cy="564079"/>
          </a:xfrm>
        </p:spPr>
        <p:txBody>
          <a:bodyPr anchor="ctr">
            <a:norm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652C35-AA8E-4154-8A78-7DE9590E1F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3469" y="2866031"/>
            <a:ext cx="5157787" cy="32276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57EAC6-567C-4A4A-BB10-57EC14B97D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41470" y="2022883"/>
            <a:ext cx="5183188" cy="564080"/>
          </a:xfrm>
        </p:spPr>
        <p:txBody>
          <a:bodyPr anchor="ctr">
            <a:norm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9A083F-AD60-4437-B32A-44035D78AF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41470" y="2866031"/>
            <a:ext cx="5183188" cy="32276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DBF86F-3266-4551-B680-06F401FFE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B38FE-80F9-4582-B2E1-B067C288D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7BEF32-F637-47A1-9ED3-AFC4F79F3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0C508D4-7C99-4B8D-BCDE-F0001BD345D9}"/>
              </a:ext>
            </a:extLst>
          </p:cNvPr>
          <p:cNvCxnSpPr>
            <a:cxnSpLocks/>
          </p:cNvCxnSpPr>
          <p:nvPr/>
        </p:nvCxnSpPr>
        <p:spPr>
          <a:xfrm flipV="1">
            <a:off x="6101405" y="1883336"/>
            <a:ext cx="0" cy="43996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9BF61B-7951-48F4-982B-9401A483FFBF}"/>
              </a:ext>
            </a:extLst>
          </p:cNvPr>
          <p:cNvCxnSpPr>
            <a:cxnSpLocks/>
          </p:cNvCxnSpPr>
          <p:nvPr/>
        </p:nvCxnSpPr>
        <p:spPr>
          <a:xfrm flipH="1">
            <a:off x="577485" y="273859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2563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A94CB-6BE5-4B9E-B0A6-54F83B201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717452"/>
            <a:ext cx="11049000" cy="116183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E8643C-1A5D-4F23-B0D7-5B46F5E45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1A3394-78CC-43B0-9762-5E826F8BB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347F0A-1980-4E13-AB22-AE3B8AA44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E9D858B-8A9C-4235-B151-81C99A3D20D2}"/>
              </a:ext>
            </a:extLst>
          </p:cNvPr>
          <p:cNvCxnSpPr>
            <a:cxnSpLocks/>
          </p:cNvCxnSpPr>
          <p:nvPr/>
        </p:nvCxnSpPr>
        <p:spPr>
          <a:xfrm flipH="1">
            <a:off x="577485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6C7798B-3ECB-4076-8955-A82116BB0D25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6883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C61D85-3E72-406F-AB26-B4ED94918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9C831E-4321-467E-9090-C89C48CF2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8A9556-B3D8-4403-835F-11AE2D409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863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0AA48-D521-423D-B185-6490EF57B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201" y="810344"/>
            <a:ext cx="3478084" cy="1408062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4E6DD-DDD2-4ED6-B8A9-A8B6D7656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9809" y="931232"/>
            <a:ext cx="6700679" cy="507936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F08F5E-AD33-4ACF-84C9-78B0FF6BE3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1500" y="2578608"/>
            <a:ext cx="3478783" cy="34172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D7604E-7DD4-4497-B325-74F899E8A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02BEED-A8F6-4256-9539-4434694AA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A1AA6-EE0B-48FD-A7DE-6CEE6A8C7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F35B32-9A23-4805-94A6-96826D202139}"/>
              </a:ext>
            </a:extLst>
          </p:cNvPr>
          <p:cNvCxnSpPr>
            <a:cxnSpLocks/>
          </p:cNvCxnSpPr>
          <p:nvPr/>
        </p:nvCxnSpPr>
        <p:spPr>
          <a:xfrm flipH="1">
            <a:off x="571500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2BA7DA-3944-40D4-91CD-40CA24DBB79B}"/>
              </a:ext>
            </a:extLst>
          </p:cNvPr>
          <p:cNvCxnSpPr>
            <a:cxnSpLocks/>
          </p:cNvCxnSpPr>
          <p:nvPr/>
        </p:nvCxnSpPr>
        <p:spPr>
          <a:xfrm flipV="1">
            <a:off x="4419601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BEA0B78-39E7-4039-B8BE-4F425688C6DF}"/>
              </a:ext>
            </a:extLst>
          </p:cNvPr>
          <p:cNvCxnSpPr>
            <a:cxnSpLocks/>
          </p:cNvCxnSpPr>
          <p:nvPr/>
        </p:nvCxnSpPr>
        <p:spPr>
          <a:xfrm flipH="1">
            <a:off x="571501" y="2406845"/>
            <a:ext cx="3848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D68B99C-0744-42EE-9713-AB0CEC3F5D85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6456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12732-5D39-4B30-A499-D51BABC88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802204"/>
            <a:ext cx="3478787" cy="1408062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AF5AEC-77BC-4A52-8A56-C6479CA6A2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23467" y="847384"/>
            <a:ext cx="6907844" cy="52168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0A9240-8762-4C7D-AF22-A844CB2EC8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1498" y="2574906"/>
            <a:ext cx="3478787" cy="343571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995685-E45D-4E74-8B78-D3B8E85C4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1FCBA3-0FF5-47C2-901A-645F6185D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030381-5320-46AD-A0B9-7C04B3E5A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357A432-D933-402A-8657-216EE20450EE}"/>
              </a:ext>
            </a:extLst>
          </p:cNvPr>
          <p:cNvCxnSpPr>
            <a:cxnSpLocks/>
          </p:cNvCxnSpPr>
          <p:nvPr/>
        </p:nvCxnSpPr>
        <p:spPr>
          <a:xfrm flipH="1">
            <a:off x="571500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B1E0F3-D71B-436F-A10B-B6EA7125F684}"/>
              </a:ext>
            </a:extLst>
          </p:cNvPr>
          <p:cNvCxnSpPr>
            <a:cxnSpLocks/>
          </p:cNvCxnSpPr>
          <p:nvPr/>
        </p:nvCxnSpPr>
        <p:spPr>
          <a:xfrm flipV="1">
            <a:off x="4419601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DEE64F5-2B48-4A2E-BA5E-1D37F1A7C9A3}"/>
              </a:ext>
            </a:extLst>
          </p:cNvPr>
          <p:cNvCxnSpPr>
            <a:cxnSpLocks/>
          </p:cNvCxnSpPr>
          <p:nvPr/>
        </p:nvCxnSpPr>
        <p:spPr>
          <a:xfrm flipH="1">
            <a:off x="571501" y="2406845"/>
            <a:ext cx="3848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99BF9AA-A2C8-4233-B597-EB11C6D6A0E0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7363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99A0A-70FC-426A-8B3B-60FAF9806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F47EC6-9753-4ABC-BB66-64CCC8BA08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71499" y="2036363"/>
            <a:ext cx="11059811" cy="38707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884D9F-DC99-4B4C-98CF-178BBBB76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A6840-AC0B-4260-8368-08E0A22D2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5DAB8-EC07-4CCF-96EA-5D8ACDAE6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38F1AC-9961-4786-A189-20863DD97F68}"/>
              </a:ext>
            </a:extLst>
          </p:cNvPr>
          <p:cNvCxnSpPr>
            <a:cxnSpLocks/>
          </p:cNvCxnSpPr>
          <p:nvPr/>
        </p:nvCxnSpPr>
        <p:spPr>
          <a:xfrm flipH="1">
            <a:off x="571500" y="1780979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0290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75F678-EC03-4845-A51B-C90FA6A154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77953" y="797251"/>
            <a:ext cx="2483929" cy="52837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4A8B4D-A39F-4528-975A-9C84BEE778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66094" y="797251"/>
            <a:ext cx="8101072" cy="528378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E4A23-6984-4AD1-A51D-600EDC263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73E28-C341-49CC-BAAB-0C0D19821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6D54A-8E86-4026-8DD0-5B0979BB8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CB05DA4-DF32-4D7A-9E4D-36309C90C5BB}"/>
              </a:ext>
            </a:extLst>
          </p:cNvPr>
          <p:cNvCxnSpPr>
            <a:cxnSpLocks/>
          </p:cNvCxnSpPr>
          <p:nvPr/>
        </p:nvCxnSpPr>
        <p:spPr>
          <a:xfrm flipH="1">
            <a:off x="566094" y="57711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7CC7262-4997-41E4-976D-BA82E148280F}"/>
              </a:ext>
            </a:extLst>
          </p:cNvPr>
          <p:cNvCxnSpPr>
            <a:cxnSpLocks/>
          </p:cNvCxnSpPr>
          <p:nvPr/>
        </p:nvCxnSpPr>
        <p:spPr>
          <a:xfrm flipV="1">
            <a:off x="8875226" y="571500"/>
            <a:ext cx="0" cy="57114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F5063B5-E478-4C41-AD40-49A39AE07429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9454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51756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ECE9-D645-0540-9DA0-AEC7DA1A7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99" y="1137256"/>
            <a:ext cx="11209376" cy="4908082"/>
          </a:xfrm>
        </p:spPr>
        <p:txBody>
          <a:bodyPr/>
          <a:lstStyle>
            <a:lvl1pPr>
              <a:defRPr>
                <a:latin typeface="Georgia" panose="02040502050405020303" pitchFamily="18" charset="0"/>
              </a:defRPr>
            </a:lvl1pPr>
            <a:lvl2pPr>
              <a:defRPr>
                <a:latin typeface="Georgia" panose="02040502050405020303" pitchFamily="18" charset="0"/>
              </a:defRPr>
            </a:lvl2pPr>
            <a:lvl3pPr>
              <a:defRPr>
                <a:latin typeface="Georgia" panose="02040502050405020303" pitchFamily="18" charset="0"/>
              </a:defRPr>
            </a:lvl3pPr>
            <a:lvl4pPr>
              <a:defRPr>
                <a:latin typeface="Georgia" panose="02040502050405020303" pitchFamily="18" charset="0"/>
              </a:defRPr>
            </a:lvl4pPr>
            <a:lvl5pPr>
              <a:defRPr>
                <a:latin typeface="Georgia" panose="02040502050405020303" pitchFamily="18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FB4E98A-97D9-4526-9E90-BA541F5B53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499" y="348662"/>
            <a:ext cx="11209376" cy="464000"/>
          </a:xfrm>
        </p:spPr>
        <p:txBody>
          <a:bodyPr>
            <a:noAutofit/>
          </a:bodyPr>
          <a:lstStyle>
            <a:lvl1pPr>
              <a:defRPr sz="3200" b="0">
                <a:solidFill>
                  <a:srgbClr val="A4123F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Here To Edit Title</a:t>
            </a:r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0DA784-0993-4F43-BA98-733CB6486E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489" y="6369932"/>
            <a:ext cx="12218977" cy="5210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D41DD4-A5E8-4552-814D-0D80AF0F22E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6134" y="6490361"/>
            <a:ext cx="1781941" cy="31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291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338323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40DA784-0993-4F43-BA98-733CB6486E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3456"/>
            <a:ext cx="12218977" cy="52100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ECE9-D645-0540-9DA0-AEC7DA1A7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99" y="1137256"/>
            <a:ext cx="11209376" cy="4908082"/>
          </a:xfrm>
        </p:spPr>
        <p:txBody>
          <a:bodyPr/>
          <a:lstStyle>
            <a:lvl1pPr>
              <a:defRPr>
                <a:latin typeface="Georgia" panose="02040502050405020303" pitchFamily="18" charset="0"/>
              </a:defRPr>
            </a:lvl1pPr>
            <a:lvl2pPr>
              <a:defRPr>
                <a:latin typeface="Georgia" panose="02040502050405020303" pitchFamily="18" charset="0"/>
              </a:defRPr>
            </a:lvl2pPr>
            <a:lvl3pPr>
              <a:defRPr>
                <a:latin typeface="Georgia" panose="02040502050405020303" pitchFamily="18" charset="0"/>
              </a:defRPr>
            </a:lvl3pPr>
            <a:lvl4pPr>
              <a:defRPr>
                <a:latin typeface="Georgia" panose="02040502050405020303" pitchFamily="18" charset="0"/>
              </a:defRPr>
            </a:lvl4pPr>
            <a:lvl5pPr>
              <a:defRPr>
                <a:latin typeface="Georgia" panose="02040502050405020303" pitchFamily="18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FB4E98A-97D9-4526-9E90-BA541F5B53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499" y="348662"/>
            <a:ext cx="11209376" cy="464000"/>
          </a:xfrm>
        </p:spPr>
        <p:txBody>
          <a:bodyPr>
            <a:noAutofit/>
          </a:bodyPr>
          <a:lstStyle>
            <a:lvl1pPr>
              <a:defRPr sz="3200" b="0">
                <a:solidFill>
                  <a:srgbClr val="A4123F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Here To Edit Title</a:t>
            </a:r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D41DD4-A5E8-4552-814D-0D80AF0F22E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6134" y="6490361"/>
            <a:ext cx="1781941" cy="314840"/>
          </a:xfrm>
          <a:prstGeom prst="rect">
            <a:avLst/>
          </a:prstGeom>
        </p:spPr>
      </p:pic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44B71D63-CC8F-7D5C-C54F-0439C001E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525814"/>
            <a:ext cx="571499" cy="365125"/>
          </a:xfrm>
        </p:spPr>
        <p:txBody>
          <a:bodyPr/>
          <a:lstStyle>
            <a:lvl1pPr algn="l">
              <a:defRPr sz="1600" b="1">
                <a:solidFill>
                  <a:schemeClr val="bg1"/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03E60720-4643-2A6C-4283-9BD3505F1DFE}"/>
              </a:ext>
            </a:extLst>
          </p:cNvPr>
          <p:cNvSpPr txBox="1">
            <a:spLocks/>
          </p:cNvSpPr>
          <p:nvPr userDrawn="1"/>
        </p:nvSpPr>
        <p:spPr>
          <a:xfrm>
            <a:off x="401263" y="6525813"/>
            <a:ext cx="15873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262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E1467D-9ED1-4211-A71E-41C91C755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689289"/>
            <a:ext cx="11049000" cy="10841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F8A6A1-C9C7-4FDF-B4DA-1E86B6A355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1499" y="2075688"/>
            <a:ext cx="11059811" cy="38180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CC44A-C635-4CD0-90E9-D9503AF4CC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36732" y="6397103"/>
            <a:ext cx="30919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2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BF682-1A47-492C-81E3-9DB0A50ECB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5782" y="639710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2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C814B-9105-44ED-98A9-D326B2E26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24553" y="6397103"/>
            <a:ext cx="700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6814345-41DE-42C5-8657-66C1417DF81A}"/>
              </a:ext>
            </a:extLst>
          </p:cNvPr>
          <p:cNvCxnSpPr>
            <a:cxnSpLocks/>
          </p:cNvCxnSpPr>
          <p:nvPr/>
        </p:nvCxnSpPr>
        <p:spPr>
          <a:xfrm flipH="1">
            <a:off x="566094" y="6286347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E68E419-3727-4F5E-8840-AF149B33B0B7}"/>
              </a:ext>
            </a:extLst>
          </p:cNvPr>
          <p:cNvCxnSpPr>
            <a:cxnSpLocks/>
          </p:cNvCxnSpPr>
          <p:nvPr/>
        </p:nvCxnSpPr>
        <p:spPr>
          <a:xfrm flipH="1">
            <a:off x="577485" y="1883336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519B6EC-D7AE-452F-8D0C-D11BD3377F3E}"/>
              </a:ext>
            </a:extLst>
          </p:cNvPr>
          <p:cNvCxnSpPr>
            <a:cxnSpLocks/>
          </p:cNvCxnSpPr>
          <p:nvPr/>
        </p:nvCxnSpPr>
        <p:spPr>
          <a:xfrm flipH="1">
            <a:off x="577485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1067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spc="-100" baseline="0">
          <a:solidFill>
            <a:schemeClr val="tx1"/>
          </a:solidFill>
          <a:latin typeface="Batang" panose="02030600000101010101" pitchFamily="18" charset="-127"/>
          <a:ea typeface="Batang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venir Next LT Pro Light" panose="020B03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venir Next LT Pro Light" panose="020B03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DC7025E-4863-6F49-AD01-8A5B65B0890F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B811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sz="1350">
                <a:solidFill>
                  <a:prstClr val="white"/>
                </a:solidFill>
                <a:latin typeface="Calibri" panose="020F0502020204030204"/>
              </a:rPr>
              <a:t> </a:t>
            </a:r>
          </a:p>
        </p:txBody>
      </p:sp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80288CD4-7B52-C244-BAD4-BFF7D9DCE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154" y="2576466"/>
            <a:ext cx="3443174" cy="1104899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BA58083-EF1A-427F-9030-DC289843A2BF}"/>
              </a:ext>
            </a:extLst>
          </p:cNvPr>
          <p:cNvCxnSpPr>
            <a:cxnSpLocks/>
          </p:cNvCxnSpPr>
          <p:nvPr/>
        </p:nvCxnSpPr>
        <p:spPr>
          <a:xfrm>
            <a:off x="4335124" y="2310508"/>
            <a:ext cx="0" cy="1636813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FF19762-9449-7F8E-ED51-CE92E43F0E91}"/>
              </a:ext>
            </a:extLst>
          </p:cNvPr>
          <p:cNvSpPr txBox="1"/>
          <p:nvPr/>
        </p:nvSpPr>
        <p:spPr>
          <a:xfrm>
            <a:off x="5102634" y="2862695"/>
            <a:ext cx="6118050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 defTabSz="457200"/>
            <a:r>
              <a:rPr lang="en-US" sz="4400" b="1" dirty="0">
                <a:solidFill>
                  <a:schemeClr val="bg1"/>
                </a:solidFill>
                <a:latin typeface="Segoe UI"/>
                <a:cs typeface="Segoe UI"/>
              </a:rPr>
              <a:t>Project title</a:t>
            </a:r>
            <a:endParaRPr lang="en-US" sz="4000" b="1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92AFA7-A803-1602-35C8-C21ED8130634}"/>
              </a:ext>
            </a:extLst>
          </p:cNvPr>
          <p:cNvSpPr txBox="1"/>
          <p:nvPr/>
        </p:nvSpPr>
        <p:spPr>
          <a:xfrm>
            <a:off x="6617669" y="4954823"/>
            <a:ext cx="3443171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AM.EN.U4CSE22XXX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AM.EN.U4CSE22XXX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AM.EN.U4CSE22XXX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AM.EN.U4CSE22XXX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B1EF1F-2300-829E-6E9B-9FE25D611E45}"/>
              </a:ext>
            </a:extLst>
          </p:cNvPr>
          <p:cNvSpPr txBox="1"/>
          <p:nvPr/>
        </p:nvSpPr>
        <p:spPr>
          <a:xfrm>
            <a:off x="6268046" y="3870094"/>
            <a:ext cx="3443171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by,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Guide Name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8605FB-D7B1-40EF-3866-8637E8B7A023}"/>
              </a:ext>
            </a:extLst>
          </p:cNvPr>
          <p:cNvSpPr txBox="1"/>
          <p:nvPr/>
        </p:nvSpPr>
        <p:spPr>
          <a:xfrm>
            <a:off x="4857469" y="1489335"/>
            <a:ext cx="6118050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 defTabSz="457200"/>
            <a:r>
              <a:rPr lang="en-US" sz="3200" b="1" dirty="0">
                <a:solidFill>
                  <a:schemeClr val="bg1"/>
                </a:solidFill>
                <a:latin typeface="Arial Narrow" panose="020B0606020202030204" pitchFamily="34" charset="0"/>
                <a:cs typeface="Segoe UI"/>
              </a:rPr>
              <a:t>S7 PROJECT MID REVIEW</a:t>
            </a:r>
            <a:endParaRPr lang="en-US" sz="2800" b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5922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6FB7946-4A61-F0D4-E3EF-98A2827571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99" y="964096"/>
            <a:ext cx="11209376" cy="5081242"/>
          </a:xfrm>
        </p:spPr>
        <p:txBody>
          <a:bodyPr>
            <a:normAutofit/>
          </a:bodyPr>
          <a:lstStyle/>
          <a:p>
            <a:r>
              <a:rPr lang="en-IN" dirty="0"/>
              <a:t>Introduction</a:t>
            </a:r>
          </a:p>
          <a:p>
            <a:r>
              <a:rPr lang="en-IN" dirty="0"/>
              <a:t>Problem Definition</a:t>
            </a:r>
          </a:p>
          <a:p>
            <a:r>
              <a:rPr lang="en-IN" dirty="0"/>
              <a:t>Literature Review Summary </a:t>
            </a:r>
          </a:p>
          <a:p>
            <a:r>
              <a:rPr lang="en-IN" dirty="0"/>
              <a:t>Research Gap</a:t>
            </a:r>
          </a:p>
          <a:p>
            <a:r>
              <a:rPr lang="en-IN" dirty="0"/>
              <a:t>Methodology</a:t>
            </a:r>
          </a:p>
          <a:p>
            <a:r>
              <a:rPr lang="en-IN" dirty="0"/>
              <a:t>Design/ Architecture</a:t>
            </a:r>
          </a:p>
          <a:p>
            <a:r>
              <a:rPr lang="en-IN" dirty="0"/>
              <a:t>Algorithms (if any)</a:t>
            </a:r>
          </a:p>
          <a:p>
            <a:r>
              <a:rPr lang="en-IN" dirty="0"/>
              <a:t>Result Analysis.</a:t>
            </a:r>
          </a:p>
          <a:p>
            <a:r>
              <a:rPr lang="en-IN" dirty="0"/>
              <a:t>Project Time Line (Plan)</a:t>
            </a:r>
          </a:p>
          <a:p>
            <a:r>
              <a:rPr lang="en-IN" dirty="0"/>
              <a:t>Reference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8F80A38-C040-884E-9416-3B2C3AC04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7A0663-8695-8CFA-B1EF-3BA1E5427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894FFD-4989-522F-352B-AB6F2C397014}"/>
              </a:ext>
            </a:extLst>
          </p:cNvPr>
          <p:cNvSpPr txBox="1"/>
          <p:nvPr/>
        </p:nvSpPr>
        <p:spPr>
          <a:xfrm>
            <a:off x="2976282" y="6488668"/>
            <a:ext cx="671456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 dirty="0">
                <a:solidFill>
                  <a:schemeClr val="bg1">
                    <a:lumMod val="85000"/>
                  </a:schemeClr>
                </a:solidFill>
              </a:rPr>
              <a:t>Project title</a:t>
            </a:r>
          </a:p>
        </p:txBody>
      </p:sp>
    </p:spTree>
    <p:extLst>
      <p:ext uri="{BB962C8B-B14F-4D97-AF65-F5344CB8AC3E}">
        <p14:creationId xmlns:p14="http://schemas.microsoft.com/office/powerpoint/2010/main" val="2683305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E01485-6774-F3EA-A54D-0FAA4B1BC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Brief overview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24CB472-A06D-9C25-FD57-AECDAC542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250965-C483-1697-51DB-BD1416C60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752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1B43979-1032-94F1-B2A0-3D1F74D24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Motivation</a:t>
            </a:r>
          </a:p>
          <a:p>
            <a:r>
              <a:rPr lang="en-IN" dirty="0"/>
              <a:t>Problem Statement</a:t>
            </a:r>
          </a:p>
          <a:p>
            <a:r>
              <a:rPr lang="en-IN" dirty="0"/>
              <a:t>Objectives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850633C-78AA-FC43-00EB-02E18E850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Definition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8CA07F-E0C6-2168-22BB-CC5C59053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927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B6B2AC8-507D-072A-012C-BECE976FC2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 TABLE – should contain year, key contribution, demerit, dataset used, evaluation metrics used.</a:t>
            </a:r>
          </a:p>
          <a:p>
            <a:r>
              <a:rPr lang="en-IN" dirty="0"/>
              <a:t>Presentation do not exceed 10 mins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3C12170-7753-6C30-FD90-35534D766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Review Summary</a:t>
            </a:r>
            <a:br>
              <a:rPr lang="en-IN" dirty="0"/>
            </a:b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A4AB00-F0AD-D460-C98C-E16794A70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922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113D22B-9424-CB72-482F-07D151E0CB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Gap identified in reference to above review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7BB3914-566F-EFD5-8CCC-E666C3507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Research Gap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33B24C-F522-2F81-772E-A90036EAD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316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9E0C24B-7D53-985A-8222-087A25B97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Dataset, </a:t>
            </a:r>
          </a:p>
          <a:p>
            <a:r>
              <a:rPr lang="en-IN" dirty="0"/>
              <a:t>Platform, </a:t>
            </a:r>
          </a:p>
          <a:p>
            <a:r>
              <a:rPr lang="en-IN" dirty="0"/>
              <a:t>hardware, etc, </a:t>
            </a:r>
          </a:p>
          <a:p>
            <a:r>
              <a:rPr lang="en-IN" dirty="0"/>
              <a:t>Technology Stack</a:t>
            </a:r>
          </a:p>
          <a:p>
            <a:r>
              <a:rPr lang="en-IN" dirty="0"/>
              <a:t>basically methods and tools used to carry out the work, </a:t>
            </a:r>
          </a:p>
          <a:p>
            <a:r>
              <a:rPr lang="en-IN" dirty="0"/>
              <a:t>Should be in TABLE.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A8260AE-BF8E-7474-399B-2567246C2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F4BFA5-43C0-8D1F-D8B9-ED3FD7F32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485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48157F1-22EB-CA4A-B2E3-35356DA994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Flow chart / Block diagram</a:t>
            </a:r>
          </a:p>
          <a:p>
            <a:r>
              <a:rPr lang="en-IN" dirty="0"/>
              <a:t>Emphasis Novelty/Innovation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E8678CB-C5C5-BE8F-8CA5-690E8466B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Design/ Architecture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C54E39-B1CC-4003-BC5C-15F05FCC6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364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7C16582-9059-3372-05D6-C363750022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Emphasis Novelty/Innovation</a:t>
            </a:r>
          </a:p>
          <a:p>
            <a:r>
              <a:rPr lang="en-IN" dirty="0"/>
              <a:t>Training and testing steps</a:t>
            </a:r>
          </a:p>
          <a:p>
            <a:r>
              <a:rPr lang="en-IN" dirty="0"/>
              <a:t>Values of </a:t>
            </a:r>
            <a:r>
              <a:rPr lang="en-IN" dirty="0" err="1"/>
              <a:t>Hyperparametrs</a:t>
            </a:r>
            <a:r>
              <a:rPr lang="en-IN" dirty="0"/>
              <a:t> used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C2E7AB6-E2BB-CD94-1D96-075336726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Algorithms (</a:t>
            </a:r>
            <a:r>
              <a:rPr lang="en-IN"/>
              <a:t>if any)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F1B617-330A-1E3A-E2ED-7DBD9CBD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4748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2EF0739-77BC-2DF1-1A38-8DFDFD96F2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Comparison with existing works (SOTA), </a:t>
            </a:r>
          </a:p>
          <a:p>
            <a:r>
              <a:rPr lang="en-IN" dirty="0"/>
              <a:t>Should include both visual and quantitative results </a:t>
            </a:r>
          </a:p>
          <a:p>
            <a:r>
              <a:rPr lang="en-IN" dirty="0"/>
              <a:t>Quantitative results in TABLE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D325E74-F795-C0F9-3A2C-B5BA1881C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74A97C-2EA8-BF5C-75BA-97D4C3FF6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321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012FDA5-69D1-5444-87F8-36771FFBF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Current status</a:t>
            </a:r>
          </a:p>
          <a:p>
            <a:r>
              <a:rPr lang="en-IN" dirty="0"/>
              <a:t>Future plan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2B20097-9570-C07B-EC8E-2723AA671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Time Line (Plan)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6B69D5-F527-5AE4-40E8-8D2918093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900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A6B3C2A-EBF1-950A-D765-B4B567371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37873F-F900-8517-16FC-114857163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729678"/>
      </p:ext>
    </p:extLst>
  </p:cSld>
  <p:clrMapOvr>
    <a:masterClrMapping/>
  </p:clrMapOvr>
</p:sld>
</file>

<file path=ppt/theme/theme1.xml><?xml version="1.0" encoding="utf-8"?>
<a:theme xmlns:a="http://schemas.openxmlformats.org/drawingml/2006/main" name="AlignmentVTI">
  <a:themeElements>
    <a:clrScheme name="AnalogousFromLightSeed_2SEEDS">
      <a:dk1>
        <a:srgbClr val="000000"/>
      </a:dk1>
      <a:lt1>
        <a:srgbClr val="FFFFFF"/>
      </a:lt1>
      <a:dk2>
        <a:srgbClr val="243741"/>
      </a:dk2>
      <a:lt2>
        <a:srgbClr val="E2E5E8"/>
      </a:lt2>
      <a:accent1>
        <a:srgbClr val="BB9D7E"/>
      </a:accent1>
      <a:accent2>
        <a:srgbClr val="C59791"/>
      </a:accent2>
      <a:accent3>
        <a:srgbClr val="A5A27B"/>
      </a:accent3>
      <a:accent4>
        <a:srgbClr val="74ADA7"/>
      </a:accent4>
      <a:accent5>
        <a:srgbClr val="7EA7BB"/>
      </a:accent5>
      <a:accent6>
        <a:srgbClr val="7E8DBB"/>
      </a:accent6>
      <a:hlink>
        <a:srgbClr val="6184A9"/>
      </a:hlink>
      <a:folHlink>
        <a:srgbClr val="7F7F7F"/>
      </a:folHlink>
    </a:clrScheme>
    <a:fontScheme name="Custom 1">
      <a:majorFont>
        <a:latin typeface="Batang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lignmentVTI" id="{606D7720-FAA0-4ADC-B967-3239DA8ECA1A}" vid="{10074623-6FCC-4A3C-AAA5-58644BD8FF1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2135</TotalTime>
  <Words>213</Words>
  <Application>Microsoft Office PowerPoint</Application>
  <PresentationFormat>Widescreen</PresentationFormat>
  <Paragraphs>65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4" baseType="lpstr">
      <vt:lpstr>Batang</vt:lpstr>
      <vt:lpstr>Aptos</vt:lpstr>
      <vt:lpstr>Aptos Display</vt:lpstr>
      <vt:lpstr>Arial</vt:lpstr>
      <vt:lpstr>Arial Narrow</vt:lpstr>
      <vt:lpstr>Avenir Next LT Pro Light</vt:lpstr>
      <vt:lpstr>Calibri</vt:lpstr>
      <vt:lpstr>Georgia</vt:lpstr>
      <vt:lpstr>Segoe UI</vt:lpstr>
      <vt:lpstr>Times New Roman</vt:lpstr>
      <vt:lpstr>AlignmentVTI</vt:lpstr>
      <vt:lpstr>office theme</vt:lpstr>
      <vt:lpstr>PowerPoint Presentation</vt:lpstr>
      <vt:lpstr>Outline</vt:lpstr>
      <vt:lpstr>INTRODUCTION</vt:lpstr>
      <vt:lpstr>Problem Definition</vt:lpstr>
      <vt:lpstr>Literature Review Summary </vt:lpstr>
      <vt:lpstr>Research Gap</vt:lpstr>
      <vt:lpstr>Methodology</vt:lpstr>
      <vt:lpstr>Design/ Architecture</vt:lpstr>
      <vt:lpstr>Algorithms (if any)</vt:lpstr>
      <vt:lpstr>Result Analysis</vt:lpstr>
      <vt:lpstr>Project Time Line (Plan)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Sunitha EV</dc:creator>
  <cp:lastModifiedBy>Sudhakar Mylapore</cp:lastModifiedBy>
  <cp:revision>492</cp:revision>
  <dcterms:created xsi:type="dcterms:W3CDTF">2025-02-06T04:27:38Z</dcterms:created>
  <dcterms:modified xsi:type="dcterms:W3CDTF">2026-09-13T15:23:31Z</dcterms:modified>
</cp:coreProperties>
</file>